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2025-07-29T08:15:39Z</dcterms:created>
  <dcterms:modified xsi:type="dcterms:W3CDTF">2025-07-29T08:15:39Z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71F24BB917BF7F301C838868DDA6523B_41</vt:lpwstr>
  </property>
</Properties>
</file>